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I'm Cristi. This is my Capstone Project 1 - a Simple Vehicle Property Dashboard app for Android Automotive OS, built in Kotlin with Jetpack Compose. It reads real-time signals from the car and shows them on the infotainment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connects to the vehicle through the AAOS Car API and reads real-time properties. It shows speed, gear, fuel, battery, range, odometer, and the vehicle make, model and year. Values update automatically the moment a signal changes - that's the registered property callbacks, shown by the 'Live' indicator. The UI follows automotive design: a circular speed gauge, a live speed graph, a gear selector, and fuel and battery meter bars. I also added a low-fuel red alert and a day/night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Technically, it runs on Android Automotive OS in the emulator, written in Kotlin with Jetpack Compose. It connects using Car.createCar and CarPropertyManager, and reads VehiclePropertyIds such as PERF_VEHICLE_SPEED, GEAR_SELECTION, FUEL_LEVEL, EV_BATTERY_LEVEL, RANGE_REMAINING and PERF_ODOMETER. Real-time updates come from registerCallback with SENSOR_RATE_ONCHANGE. It requests the required car permissions: CAR_SPEED, CAR_POWERTRAIN, CAR_ENERGY, CAR_MILEAGE and CAR_INFO. On the right, the app is updating live to 55 MPH in Drive, with the speed-trend graph rising.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the Simple Vehicle Property Dashboard - a working AAOS app reading live vehicle data through the Car API and showing it on an automotive dashboard. Thank you - I'm happy to answer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Vehicle Property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App in AAOS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Automotive OS  ·  Kotlin  ·  Jetpack Compose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92640" y="5715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26522"/>
          </a:solidFill>
          <a:ln w="12700">
            <a:solidFill>
              <a:srgbClr val="2A2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95560" y="5715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1F2A"/>
          </a:solidFill>
          <a:ln w="12700">
            <a:solidFill>
              <a:srgbClr val="2A2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5715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26522"/>
          </a:solidFill>
          <a:ln w="12700">
            <a:solidFill>
              <a:srgbClr val="2A2F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4721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vehicle signals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1801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vehicle through the AAOS Car API and reads real-time properties.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dashboard of metrics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gear, fuel, battery, range, odometer, and vehicle make / model / year.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264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automatically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35935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property callbacks refresh the UI the moment a signal changes (● Live).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Automotive-style UI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4897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speed gauge, live speed graph, gear selector and fuel / battery meter bars.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056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theming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53858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Low-fuel red alert and a day / night theme toggle (optional enhancements).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65976" y="1682496"/>
            <a:ext cx="4956048" cy="3744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38100" dir="5400000">
              <a:srgbClr val="9AA3B2">
                <a:alpha val="50000"/>
              </a:srgbClr>
            </a:outerShdw>
          </a:effectLst>
        </p:spPr>
      </p:sp>
      <p:pic>
        <p:nvPicPr>
          <p:cNvPr id="24" name="Image 0" descr="/mnt/user-data/uploads/Android/screenshots/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37360"/>
            <a:ext cx="4846320" cy="36347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20840" y="54818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running on the Android Automotive emulator (parked)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(technical)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3990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Automotive OS (AAOS), runs on the Automotive emulator.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579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UI: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 (Material 3).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91693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API: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Car.createCar()  →  CarPropertyManager.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67588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VehiclePropertyIds: PERF_VEHICLE_SPEED, GEAR_SELECTION, FUEL_LEVEL, EV_BATTERY_LEVEL, RANGE_REMAINING, PERF_ODOMETER, INFO_*.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registerCallback(...) with SENSOR_RATE_ONCHANGE updates the UI on change.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51937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 </a:t>
            </a:r>
            <a:pPr indent="0" marL="0">
              <a:buNone/>
            </a:pPr>
            <a:r>
              <a:rPr lang="en-US" sz="13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CAR_SPEED, CAR_POWERTRAIN, CAR_ENERGY, CAR_MILEAGE, CAR_INFO.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65976" y="1499616"/>
            <a:ext cx="4956048" cy="3744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6"/>
            </a:solidFill>
            <a:prstDash val="solid"/>
          </a:ln>
          <a:effectLst>
            <a:outerShdw sx="100000" sy="100000" kx="0" ky="0" algn="bl" rotWithShape="0" blurRad="76200" dist="38100" dir="5400000">
              <a:srgbClr val="9AA3B2">
                <a:alpha val="50000"/>
              </a:srgbClr>
            </a:outerShdw>
          </a:effectLst>
        </p:spPr>
      </p:sp>
      <p:pic>
        <p:nvPicPr>
          <p:cNvPr id="22" name="Image 0" descr="/mnt/user-data/uploads/Android/screenshots/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554480"/>
            <a:ext cx="4846320" cy="36347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20840" y="52989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update: 55 MPH in Drive, with the speed-trend graph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Vehicle Property Dashboard App in AAOS  ·  Capstone Project 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9808" y="4937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26522"/>
          </a:solidFill>
          <a:ln w="12700">
            <a:solidFill>
              <a:srgbClr val="2A2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4937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1F2A"/>
          </a:solidFill>
          <a:ln w="12700">
            <a:solidFill>
              <a:srgbClr val="2A2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4937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26522"/>
          </a:solidFill>
          <a:ln w="12700">
            <a:solidFill>
              <a:srgbClr val="2A2F3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Vehicle Property Dashboard App in AAOS</dc:title>
  <dc:subject>Capstone Project 1 - Android Automotive OS</dc:subject>
  <dc:creator>crstef</dc:creator>
  <cp:lastModifiedBy>crstef</cp:lastModifiedBy>
  <cp:revision>1</cp:revision>
  <dcterms:created xsi:type="dcterms:W3CDTF">2026-08-11T15:46:16Z</dcterms:created>
  <dcterms:modified xsi:type="dcterms:W3CDTF">2026-08-11T15:46:16Z</dcterms:modified>
</cp:coreProperties>
</file>